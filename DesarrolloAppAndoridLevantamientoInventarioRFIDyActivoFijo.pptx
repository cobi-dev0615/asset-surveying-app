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4" r:id="rId9"/>
    <p:sldId id="263" r:id="rId10"/>
    <p:sldId id="266" r:id="rId11"/>
    <p:sldId id="265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9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1EF5A-A9D8-7A4A-445C-F0404C650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F84D8A-4391-5946-A009-2465E586B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DD2110-41F3-8AD8-9D5E-5BB43B949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75B7-4043-4735-8DB8-AA74924FCBFE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540CA7-DB2C-78F9-2F62-73E6AA9D3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662415-B9A6-FD9B-1480-1095C2822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82BF8-DB4F-4449-83EC-2BEB83ED4E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2985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B518E-D30A-81F2-2BC7-77CF3836F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51B926-18B4-93A9-7195-7ED9E5204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3FF395-9759-1340-5636-CA63688F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75B7-4043-4735-8DB8-AA74924FCBFE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3B97BC-64B3-1D52-5D4C-F53ECD599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320E51-8FB0-0A3F-F4B3-2B46FBC74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82BF8-DB4F-4449-83EC-2BEB83ED4E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4652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7C69C9-A409-BBFA-A6BA-CED76FF40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6C7CEF-6742-5570-CA49-DC86E5E18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DF8358-B208-EBA8-3FD4-9D869D27F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75B7-4043-4735-8DB8-AA74924FCBFE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4E476A-BEA9-B10A-61D2-19300BFC7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938998-442C-BFB9-CD53-5420535D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82BF8-DB4F-4449-83EC-2BEB83ED4E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2329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76FB4-93EC-BAB4-B763-FE2CCE157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4C5420-9609-55D7-E862-FDF9EEE8D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51326A-E434-7F68-4BC2-6A6C6544F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AEF59C-0E85-C260-BCC9-EED06F686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75B7-4043-4735-8DB8-AA74924FCBFE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4E2BA-DAAC-9B3F-79BA-8C312DE04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3D1823-ED91-117D-07DF-6E6639B0C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82BF8-DB4F-4449-83EC-2BEB83ED4E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937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96D75-BD17-5700-6A3E-C01079FC0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D4015C-AB9E-199F-2E85-B20DAF7EB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26CD54-6CF3-D4F2-38B4-E302C3A34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59A087C-7CF5-510B-B1A0-6B9F279C5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4BE654F-C791-9648-5EB8-6A6040B305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CC6F270-BA6C-500D-79DC-9122DD1E2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75B7-4043-4735-8DB8-AA74924FCBFE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7312CA2-014C-2FB3-CB97-953F53731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03B9FC2-FD66-BF59-4EB8-993EA7AE8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82BF8-DB4F-4449-83EC-2BEB83ED4E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336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5D79E-EF55-A506-A84A-E1EB6D46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2E6F97-92BD-0AEA-1D22-B9D8DF62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75B7-4043-4735-8DB8-AA74924FCBFE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972A718-90F9-54AC-9506-787155128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515F55-F63D-3FB6-8289-616E6E70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82BF8-DB4F-4449-83EC-2BEB83ED4E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2819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E460C2D-2A01-9B9E-E3FE-F6752B362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75B7-4043-4735-8DB8-AA74924FCBFE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2266249-E723-FE42-3A70-72E78D449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02F339-D21A-D4FA-B3A7-3D6EE644C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82BF8-DB4F-4449-83EC-2BEB83ED4E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980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98471-9055-35CA-A400-72C8DB32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B756C1-935F-44D8-ADAF-95855635D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8D56DD-C861-F424-A35F-577397FE2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43AF06-0A81-500D-6407-58E68308F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75B7-4043-4735-8DB8-AA74924FCBFE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10B909-0815-F63F-5646-79400E031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EB2028-63A1-6AE2-3238-3D82BAB7F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82BF8-DB4F-4449-83EC-2BEB83ED4E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3176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FEF4F-A40E-CF3C-EF11-CFA14567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3EBF1B7-4EE6-ABA3-AFCF-158C474435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BCD061-2465-0524-3350-FBC906FC0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4DB81C-232E-7CCB-BE16-4742A2FE5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75B7-4043-4735-8DB8-AA74924FCBFE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D67B59-D8E9-BAB5-8566-1FB64AAE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AAF721-727F-9403-C8A2-8B2C8E585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82BF8-DB4F-4449-83EC-2BEB83ED4E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4051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5DFE61-1E36-5E11-E543-FEB24887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F88393-206C-F422-7272-96E812D89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DD7FA9-F8A8-A967-2CDA-C2075E2F0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75B7-4043-4735-8DB8-AA74924FCBFE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C477B0-82FB-220A-EE50-AC143AC12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6BD80F-A2EF-A6CB-FA22-38FAF56BB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82BF8-DB4F-4449-83EC-2BEB83ED4E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403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D5F04C2-BDC3-6306-F3F2-18F13F64C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0D860D-4ADA-82D3-E01D-2F498475C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3554F4-77C8-028C-0EE9-2172BCEE2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75B7-4043-4735-8DB8-AA74924FCBFE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99FD18-AA2F-DDAF-00D1-329FAE087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E56133-2444-4331-C444-53A0D9FFC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82BF8-DB4F-4449-83EC-2BEB83ED4E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516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9FFDCA-FD87-D090-112C-6858E40F0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86AD70-DFF4-A69E-5A6C-2FD44BEAC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6F6285-F7D1-C44D-B0C4-AFB642829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E075B7-4043-4735-8DB8-AA74924FCBFE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88A3B5-8FC8-7AA1-D28F-43D97C4DEE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0EBA0E-DA7C-F7CA-F6F5-C04ACA1E9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682BF8-DB4F-4449-83EC-2BEB83ED4E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7535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e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 descr="Texto&#10;&#10;El contenido generado por IA puede ser incorrecto.">
            <a:extLst>
              <a:ext uri="{FF2B5EF4-FFF2-40B4-BE49-F238E27FC236}">
                <a16:creationId xmlns:a16="http://schemas.microsoft.com/office/drawing/2014/main" id="{6140985A-1EDA-B76E-29E4-339945033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97" y="1731000"/>
            <a:ext cx="1727789" cy="422348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5C5E9B1-96B2-D55C-4EDE-DAA9EBDC2569}"/>
              </a:ext>
            </a:extLst>
          </p:cNvPr>
          <p:cNvSpPr txBox="1"/>
          <p:nvPr/>
        </p:nvSpPr>
        <p:spPr>
          <a:xfrm>
            <a:off x="293914" y="395682"/>
            <a:ext cx="30153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Inicio </a:t>
            </a:r>
          </a:p>
          <a:p>
            <a:r>
              <a:rPr lang="es-MX" sz="1200" dirty="0"/>
              <a:t>Menú Toma Inventario</a:t>
            </a:r>
          </a:p>
          <a:p>
            <a:r>
              <a:rPr lang="es-MX" sz="1200" dirty="0"/>
              <a:t>Catalogo</a:t>
            </a:r>
          </a:p>
          <a:p>
            <a:r>
              <a:rPr lang="es-MX" sz="1200" dirty="0"/>
              <a:t>Buscar Producto</a:t>
            </a:r>
          </a:p>
          <a:p>
            <a:r>
              <a:rPr lang="es-MX" sz="1200" dirty="0"/>
              <a:t>Exportar</a:t>
            </a:r>
          </a:p>
        </p:txBody>
      </p:sp>
      <p:pic>
        <p:nvPicPr>
          <p:cNvPr id="19" name="Imagen 18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9FA4B51D-93CB-B586-1BE5-4481E67C80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813" y="1356531"/>
            <a:ext cx="1938874" cy="473946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20CB793-E80D-BA4E-2961-BBDADD927E0F}"/>
              </a:ext>
            </a:extLst>
          </p:cNvPr>
          <p:cNvSpPr txBox="1"/>
          <p:nvPr/>
        </p:nvSpPr>
        <p:spPr>
          <a:xfrm>
            <a:off x="3163174" y="395681"/>
            <a:ext cx="3015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Toma de Inventario acceso</a:t>
            </a:r>
          </a:p>
          <a:p>
            <a:r>
              <a:rPr lang="es-MX" sz="1200" dirty="0"/>
              <a:t>Usuario</a:t>
            </a:r>
          </a:p>
          <a:p>
            <a:r>
              <a:rPr lang="es-MX" sz="1200" dirty="0"/>
              <a:t>Almacen</a:t>
            </a:r>
          </a:p>
          <a:p>
            <a:r>
              <a:rPr lang="es-MX" sz="1200" dirty="0"/>
              <a:t>Numero de Inventario</a:t>
            </a:r>
          </a:p>
        </p:txBody>
      </p:sp>
      <p:pic>
        <p:nvPicPr>
          <p:cNvPr id="17" name="Imagen 16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05E9EE7B-8773-680C-A342-BE2FCCF08D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916" y="1411345"/>
            <a:ext cx="1938874" cy="473947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55AA41D-C835-D2C4-3135-5CDB8B993E7D}"/>
              </a:ext>
            </a:extLst>
          </p:cNvPr>
          <p:cNvSpPr txBox="1"/>
          <p:nvPr/>
        </p:nvSpPr>
        <p:spPr>
          <a:xfrm>
            <a:off x="6352688" y="395681"/>
            <a:ext cx="30153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Toma de Inventario toma</a:t>
            </a:r>
          </a:p>
          <a:p>
            <a:r>
              <a:rPr lang="es-MX" sz="1200" dirty="0"/>
              <a:t>Ubicación / marbete</a:t>
            </a:r>
          </a:p>
          <a:p>
            <a:r>
              <a:rPr lang="es-MX" sz="1200" dirty="0" err="1"/>
              <a:t>Codigo</a:t>
            </a:r>
            <a:endParaRPr lang="es-MX" sz="1200" dirty="0"/>
          </a:p>
          <a:p>
            <a:r>
              <a:rPr lang="es-MX" sz="1200" dirty="0"/>
              <a:t>Cantidad</a:t>
            </a:r>
          </a:p>
          <a:p>
            <a:r>
              <a:rPr lang="es-MX" sz="1200" dirty="0" err="1"/>
              <a:t>Boton</a:t>
            </a:r>
            <a:r>
              <a:rPr lang="es-MX" sz="1200" dirty="0"/>
              <a:t> Conteo 1 a 1</a:t>
            </a:r>
          </a:p>
        </p:txBody>
      </p:sp>
      <p:pic>
        <p:nvPicPr>
          <p:cNvPr id="15" name="Imagen 1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31889A79-6361-FBA5-1F60-7BAAA50BA8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019" y="1435619"/>
            <a:ext cx="1874165" cy="458129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55EE389-3872-9477-78BC-1808B1049214}"/>
              </a:ext>
            </a:extLst>
          </p:cNvPr>
          <p:cNvSpPr txBox="1"/>
          <p:nvPr/>
        </p:nvSpPr>
        <p:spPr>
          <a:xfrm>
            <a:off x="9047777" y="303347"/>
            <a:ext cx="3015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Toma de Inventario menú</a:t>
            </a:r>
          </a:p>
          <a:p>
            <a:r>
              <a:rPr lang="es-MX" sz="1200" dirty="0"/>
              <a:t>Buscar </a:t>
            </a:r>
          </a:p>
          <a:p>
            <a:r>
              <a:rPr lang="es-MX" sz="1200" dirty="0"/>
              <a:t>Opciones</a:t>
            </a:r>
          </a:p>
          <a:p>
            <a:r>
              <a:rPr lang="es-MX" sz="1200" dirty="0"/>
              <a:t>Exportar</a:t>
            </a:r>
          </a:p>
          <a:p>
            <a:r>
              <a:rPr lang="es-MX" sz="1200" dirty="0"/>
              <a:t>Imprimir </a:t>
            </a:r>
          </a:p>
          <a:p>
            <a:r>
              <a:rPr lang="es-MX" sz="1200" dirty="0"/>
              <a:t>Eliminar </a:t>
            </a:r>
            <a:r>
              <a:rPr lang="es-MX" sz="1200" dirty="0" err="1"/>
              <a:t>ubicacion</a:t>
            </a:r>
            <a:endParaRPr lang="es-MX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9E84962-275D-3D10-BC38-545DDF760C04}"/>
              </a:ext>
            </a:extLst>
          </p:cNvPr>
          <p:cNvSpPr txBox="1"/>
          <p:nvPr/>
        </p:nvSpPr>
        <p:spPr>
          <a:xfrm>
            <a:off x="3897086" y="76200"/>
            <a:ext cx="44196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b="1" dirty="0"/>
              <a:t>App Toma de Inventario</a:t>
            </a:r>
          </a:p>
        </p:txBody>
      </p:sp>
    </p:spTree>
    <p:extLst>
      <p:ext uri="{BB962C8B-B14F-4D97-AF65-F5344CB8AC3E}">
        <p14:creationId xmlns:p14="http://schemas.microsoft.com/office/powerpoint/2010/main" val="4088371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100F0-95F9-E52C-09F3-FA8376E11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F0E33DE3-2E66-2333-75C6-A156CB3E2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98" y="1654629"/>
            <a:ext cx="2227079" cy="477882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D0B7155-6C33-84DA-D55A-A00CA55E8C09}"/>
              </a:ext>
            </a:extLst>
          </p:cNvPr>
          <p:cNvSpPr txBox="1"/>
          <p:nvPr/>
        </p:nvSpPr>
        <p:spPr>
          <a:xfrm>
            <a:off x="511998" y="107404"/>
            <a:ext cx="34612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Toma de Inventario menú / opciones</a:t>
            </a:r>
          </a:p>
          <a:p>
            <a:r>
              <a:rPr lang="es-MX" sz="1200" dirty="0"/>
              <a:t>Validar Catalogo</a:t>
            </a:r>
          </a:p>
          <a:p>
            <a:r>
              <a:rPr lang="es-MX" sz="1200" dirty="0"/>
              <a:t>Forzados</a:t>
            </a:r>
          </a:p>
          <a:p>
            <a:r>
              <a:rPr lang="es-MX" sz="1200" dirty="0"/>
              <a:t>Factor (contenido de caja 2 cajas * 48 Piezas=96</a:t>
            </a:r>
          </a:p>
          <a:p>
            <a:r>
              <a:rPr lang="es-MX" sz="1200" dirty="0"/>
              <a:t>Lotes y Caducidades</a:t>
            </a:r>
          </a:p>
          <a:p>
            <a:r>
              <a:rPr lang="es-MX" sz="1200" dirty="0"/>
              <a:t>Numero de serie</a:t>
            </a:r>
          </a:p>
          <a:p>
            <a:endParaRPr lang="es-MX" sz="1200" dirty="0"/>
          </a:p>
        </p:txBody>
      </p:sp>
      <p:pic>
        <p:nvPicPr>
          <p:cNvPr id="11" name="Imagen 10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8F58E5DB-F411-C81C-2D39-59089B5B8A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108" y="1654629"/>
            <a:ext cx="2018143" cy="493323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8E7D4FE-A68C-13C3-0A52-3E694B1415A9}"/>
              </a:ext>
            </a:extLst>
          </p:cNvPr>
          <p:cNvSpPr txBox="1"/>
          <p:nvPr/>
        </p:nvSpPr>
        <p:spPr>
          <a:xfrm>
            <a:off x="4103915" y="638966"/>
            <a:ext cx="3461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Toma de Inventario menú / exportar</a:t>
            </a:r>
          </a:p>
          <a:p>
            <a:r>
              <a:rPr lang="es-MX" sz="1200" dirty="0"/>
              <a:t>Wifi local con o sin acceso a internet</a:t>
            </a:r>
          </a:p>
          <a:p>
            <a:r>
              <a:rPr lang="es-MX" sz="1200" dirty="0"/>
              <a:t>IP de servidor</a:t>
            </a:r>
          </a:p>
          <a:p>
            <a:r>
              <a:rPr lang="es-MX" sz="1200" dirty="0"/>
              <a:t>Id de Inventario</a:t>
            </a:r>
          </a:p>
          <a:p>
            <a:endParaRPr lang="es-MX" sz="1200" dirty="0"/>
          </a:p>
        </p:txBody>
      </p:sp>
      <p:pic>
        <p:nvPicPr>
          <p:cNvPr id="5" name="Imagen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77CA5CD9-DA25-98A2-78A9-B99C3C2256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822" y="1306286"/>
            <a:ext cx="2097479" cy="512717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F1F84CB-C53A-61FA-1AF5-432E313BD02B}"/>
              </a:ext>
            </a:extLst>
          </p:cNvPr>
          <p:cNvSpPr txBox="1"/>
          <p:nvPr/>
        </p:nvSpPr>
        <p:spPr>
          <a:xfrm>
            <a:off x="7881257" y="476735"/>
            <a:ext cx="3461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Toma de Inventario</a:t>
            </a:r>
          </a:p>
          <a:p>
            <a:r>
              <a:rPr lang="es-MX" sz="1200" dirty="0"/>
              <a:t>Toma de inventario con Lote, Caducidad, Factor y Cantidad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C03204F-DAEF-AF0C-EE38-10D1B9051C45}"/>
              </a:ext>
            </a:extLst>
          </p:cNvPr>
          <p:cNvSpPr txBox="1"/>
          <p:nvPr/>
        </p:nvSpPr>
        <p:spPr>
          <a:xfrm>
            <a:off x="3897086" y="76200"/>
            <a:ext cx="44196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b="1" dirty="0"/>
              <a:t>App Toma de Inventario</a:t>
            </a:r>
          </a:p>
        </p:txBody>
      </p:sp>
    </p:spTree>
    <p:extLst>
      <p:ext uri="{BB962C8B-B14F-4D97-AF65-F5344CB8AC3E}">
        <p14:creationId xmlns:p14="http://schemas.microsoft.com/office/powerpoint/2010/main" val="2791151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DE397-2CC6-FADD-0069-9F2ACEC7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7D2348E7-7CCC-728F-5E87-669D79D8B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78" y="1141710"/>
            <a:ext cx="2161858" cy="528454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5A8B5D4-BFCD-9B62-D4DC-41A4FC75EC23}"/>
              </a:ext>
            </a:extLst>
          </p:cNvPr>
          <p:cNvSpPr txBox="1"/>
          <p:nvPr/>
        </p:nvSpPr>
        <p:spPr>
          <a:xfrm>
            <a:off x="587827" y="227147"/>
            <a:ext cx="3810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Toma de Inventario</a:t>
            </a:r>
          </a:p>
          <a:p>
            <a:r>
              <a:rPr lang="es-MX" sz="1200" dirty="0"/>
              <a:t>Descripción se muestra después de capturar código</a:t>
            </a:r>
          </a:p>
          <a:p>
            <a:r>
              <a:rPr lang="es-MX" sz="1200" dirty="0"/>
              <a:t>Lotes solo los del código se </a:t>
            </a:r>
            <a:r>
              <a:rPr lang="es-MX" sz="1200" dirty="0" err="1"/>
              <a:t>desplegan</a:t>
            </a:r>
            <a:r>
              <a:rPr lang="es-MX" sz="1200" dirty="0"/>
              <a:t> y selecciono</a:t>
            </a:r>
          </a:p>
          <a:p>
            <a:r>
              <a:rPr lang="es-MX" sz="1200" dirty="0"/>
              <a:t>En App Pc cargo una lista de Lotes y Caducidad</a:t>
            </a:r>
          </a:p>
        </p:txBody>
      </p:sp>
      <p:pic>
        <p:nvPicPr>
          <p:cNvPr id="7" name="Imagen 6" descr="Interfaz de usuario gráfica, Aplicación, Sitio web&#10;&#10;El contenido generado por IA puede ser incorrecto.">
            <a:extLst>
              <a:ext uri="{FF2B5EF4-FFF2-40B4-BE49-F238E27FC236}">
                <a16:creationId xmlns:a16="http://schemas.microsoft.com/office/drawing/2014/main" id="{A0107038-7670-841B-16CB-4674D6E88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795" y="1078078"/>
            <a:ext cx="2161858" cy="528454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4FC02A0-51BA-3E44-0B34-CB6B97AE1E5F}"/>
              </a:ext>
            </a:extLst>
          </p:cNvPr>
          <p:cNvSpPr txBox="1"/>
          <p:nvPr/>
        </p:nvSpPr>
        <p:spPr>
          <a:xfrm>
            <a:off x="4865912" y="567897"/>
            <a:ext cx="3810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Toma de Inventario</a:t>
            </a:r>
          </a:p>
          <a:p>
            <a:r>
              <a:rPr lang="es-MX" sz="1200" dirty="0"/>
              <a:t>Caducidad va ligada al Lote </a:t>
            </a:r>
          </a:p>
          <a:p>
            <a:endParaRPr lang="es-MX" sz="1200" dirty="0"/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8EF600C8-841C-8DA0-BBB3-2340F78571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9581" y="1052980"/>
            <a:ext cx="2161858" cy="528454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F9DD909-CB03-E3B7-DF79-146C3678BB33}"/>
              </a:ext>
            </a:extLst>
          </p:cNvPr>
          <p:cNvSpPr txBox="1"/>
          <p:nvPr/>
        </p:nvSpPr>
        <p:spPr>
          <a:xfrm>
            <a:off x="6968676" y="406649"/>
            <a:ext cx="3810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Toma de Inventario</a:t>
            </a:r>
          </a:p>
          <a:p>
            <a:r>
              <a:rPr lang="es-MX" sz="1200" dirty="0"/>
              <a:t>Puedo apagar Lote, Caducidad y Factor</a:t>
            </a:r>
          </a:p>
          <a:p>
            <a:endParaRPr lang="es-MX" sz="1200" dirty="0"/>
          </a:p>
        </p:txBody>
      </p:sp>
      <p:pic>
        <p:nvPicPr>
          <p:cNvPr id="8" name="Imagen 7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5F318D1-C925-159B-B595-116D0EF99C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873" y="1524000"/>
            <a:ext cx="1932869" cy="472479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B960076-755A-B0CF-ECF8-77C6E0F907A1}"/>
              </a:ext>
            </a:extLst>
          </p:cNvPr>
          <p:cNvSpPr txBox="1"/>
          <p:nvPr/>
        </p:nvSpPr>
        <p:spPr>
          <a:xfrm>
            <a:off x="9623367" y="891062"/>
            <a:ext cx="3810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Toma de Inventario</a:t>
            </a:r>
          </a:p>
          <a:p>
            <a:r>
              <a:rPr lang="es-MX" sz="1200" dirty="0"/>
              <a:t>Puedo eliminar un mal registro</a:t>
            </a:r>
          </a:p>
          <a:p>
            <a:endParaRPr lang="es-MX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0ACB4F2-F062-5C10-95AD-95CEA9749740}"/>
              </a:ext>
            </a:extLst>
          </p:cNvPr>
          <p:cNvSpPr txBox="1"/>
          <p:nvPr/>
        </p:nvSpPr>
        <p:spPr>
          <a:xfrm>
            <a:off x="3897086" y="76200"/>
            <a:ext cx="44196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b="1" dirty="0"/>
              <a:t>App Toma de Inventario</a:t>
            </a:r>
          </a:p>
        </p:txBody>
      </p:sp>
    </p:spTree>
    <p:extLst>
      <p:ext uri="{BB962C8B-B14F-4D97-AF65-F5344CB8AC3E}">
        <p14:creationId xmlns:p14="http://schemas.microsoft.com/office/powerpoint/2010/main" val="3248074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EEB34-3A8C-6AA4-B950-C8DEDB42F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EED19392-0BFD-416F-6E35-E77CA6A88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41" y="1763486"/>
            <a:ext cx="1834737" cy="448491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0847D96-8466-5A72-EADE-E994E0F69D91}"/>
              </a:ext>
            </a:extLst>
          </p:cNvPr>
          <p:cNvSpPr txBox="1"/>
          <p:nvPr/>
        </p:nvSpPr>
        <p:spPr>
          <a:xfrm>
            <a:off x="293914" y="395682"/>
            <a:ext cx="3015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Catalogo</a:t>
            </a:r>
          </a:p>
          <a:p>
            <a:r>
              <a:rPr lang="es-MX" sz="1200" dirty="0"/>
              <a:t>Agregar por producto</a:t>
            </a:r>
          </a:p>
          <a:p>
            <a:r>
              <a:rPr lang="es-MX" sz="1200" dirty="0"/>
              <a:t>Agregar con archivo </a:t>
            </a:r>
            <a:r>
              <a:rPr lang="es-MX" sz="1200" dirty="0" err="1"/>
              <a:t>Csv</a:t>
            </a:r>
            <a:r>
              <a:rPr lang="es-MX" sz="1200" dirty="0"/>
              <a:t> o </a:t>
            </a:r>
            <a:r>
              <a:rPr lang="es-MX" sz="1200" dirty="0" err="1"/>
              <a:t>Ecxel</a:t>
            </a:r>
            <a:endParaRPr lang="es-MX" sz="1200" dirty="0"/>
          </a:p>
          <a:p>
            <a:r>
              <a:rPr lang="es-MX" sz="1200" dirty="0"/>
              <a:t>Agregar por servidor </a:t>
            </a:r>
            <a:r>
              <a:rPr lang="es-MX" sz="1200" b="1" dirty="0"/>
              <a:t>(es la que uso)</a:t>
            </a:r>
          </a:p>
        </p:txBody>
      </p:sp>
      <p:pic>
        <p:nvPicPr>
          <p:cNvPr id="17" name="Imagen 16" descr="Texto, Aplicación&#10;&#10;El contenido generado por IA puede ser incorrecto.">
            <a:extLst>
              <a:ext uri="{FF2B5EF4-FFF2-40B4-BE49-F238E27FC236}">
                <a16:creationId xmlns:a16="http://schemas.microsoft.com/office/drawing/2014/main" id="{1BA1C922-A698-9895-F76D-857097829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855" y="1763486"/>
            <a:ext cx="1874816" cy="458288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4A318F3-C977-D27E-196A-3C38E53F5D2A}"/>
              </a:ext>
            </a:extLst>
          </p:cNvPr>
          <p:cNvSpPr txBox="1"/>
          <p:nvPr/>
        </p:nvSpPr>
        <p:spPr>
          <a:xfrm>
            <a:off x="3080657" y="620873"/>
            <a:ext cx="3015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Catalogo importar / servidor</a:t>
            </a:r>
          </a:p>
          <a:p>
            <a:r>
              <a:rPr lang="es-MX" sz="1200" dirty="0"/>
              <a:t>Escaneo Qr con IP servidor y</a:t>
            </a:r>
          </a:p>
          <a:p>
            <a:r>
              <a:rPr lang="es-MX" sz="1200" dirty="0"/>
              <a:t>ID Inventario</a:t>
            </a:r>
          </a:p>
        </p:txBody>
      </p:sp>
      <p:pic>
        <p:nvPicPr>
          <p:cNvPr id="15" name="Imagen 1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9E8AE8E-112C-5E91-220F-01F991E26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166" y="1763486"/>
            <a:ext cx="1874816" cy="458288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1EF84E0-AA69-F227-F8C8-CA62C7C2F0E6}"/>
              </a:ext>
            </a:extLst>
          </p:cNvPr>
          <p:cNvSpPr txBox="1"/>
          <p:nvPr/>
        </p:nvSpPr>
        <p:spPr>
          <a:xfrm>
            <a:off x="5573486" y="683371"/>
            <a:ext cx="3015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Catalogo importar / servidor</a:t>
            </a:r>
          </a:p>
          <a:p>
            <a:r>
              <a:rPr lang="es-MX" sz="1200" dirty="0"/>
              <a:t>Confirmo </a:t>
            </a:r>
          </a:p>
          <a:p>
            <a:r>
              <a:rPr lang="es-MX" sz="1200" dirty="0"/>
              <a:t>Catalogo anterior se elimina</a:t>
            </a:r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255CA19-BF89-859A-9A66-408232ADAD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526" y="1665513"/>
            <a:ext cx="1874817" cy="458288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55A21A5-F1ED-23DE-81E0-88FFCBFD7AF7}"/>
              </a:ext>
            </a:extLst>
          </p:cNvPr>
          <p:cNvSpPr txBox="1"/>
          <p:nvPr/>
        </p:nvSpPr>
        <p:spPr>
          <a:xfrm>
            <a:off x="8360229" y="395680"/>
            <a:ext cx="3015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/>
              <a:t>Catalogo importar / servidor</a:t>
            </a:r>
          </a:p>
          <a:p>
            <a:r>
              <a:rPr lang="es-MX" sz="1200" dirty="0"/>
              <a:t>Catalogo recibido</a:t>
            </a:r>
          </a:p>
          <a:p>
            <a:r>
              <a:rPr lang="es-MX" sz="1200" dirty="0"/>
              <a:t>Puedo iniciar Toma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3CD97C3-3F81-83AF-AC25-C074340049D5}"/>
              </a:ext>
            </a:extLst>
          </p:cNvPr>
          <p:cNvSpPr txBox="1"/>
          <p:nvPr/>
        </p:nvSpPr>
        <p:spPr>
          <a:xfrm>
            <a:off x="3897086" y="76200"/>
            <a:ext cx="44196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b="1" dirty="0"/>
              <a:t>App Toma de Inventario</a:t>
            </a:r>
          </a:p>
        </p:txBody>
      </p:sp>
    </p:spTree>
    <p:extLst>
      <p:ext uri="{BB962C8B-B14F-4D97-AF65-F5344CB8AC3E}">
        <p14:creationId xmlns:p14="http://schemas.microsoft.com/office/powerpoint/2010/main" val="3489317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E772B-5F23-51F5-A2CD-140241F10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adroTexto 19">
            <a:extLst>
              <a:ext uri="{FF2B5EF4-FFF2-40B4-BE49-F238E27FC236}">
                <a16:creationId xmlns:a16="http://schemas.microsoft.com/office/drawing/2014/main" id="{19E588BF-AD0E-05F7-5266-DC8B3AEB70CA}"/>
              </a:ext>
            </a:extLst>
          </p:cNvPr>
          <p:cNvSpPr txBox="1"/>
          <p:nvPr/>
        </p:nvSpPr>
        <p:spPr>
          <a:xfrm>
            <a:off x="3897086" y="76200"/>
            <a:ext cx="44196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b="1" dirty="0"/>
              <a:t>App Activo Fijo RFID</a:t>
            </a:r>
          </a:p>
        </p:txBody>
      </p:sp>
      <p:pic>
        <p:nvPicPr>
          <p:cNvPr id="47" name="Imagen 46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B07F0560-DAEC-7E3F-8B26-DC2661DAB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56" y="1142218"/>
            <a:ext cx="2240303" cy="5476297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418B6364-CAC9-87BA-1DF0-7051B7F59B79}"/>
              </a:ext>
            </a:extLst>
          </p:cNvPr>
          <p:cNvSpPr txBox="1"/>
          <p:nvPr/>
        </p:nvSpPr>
        <p:spPr>
          <a:xfrm>
            <a:off x="468086" y="598714"/>
            <a:ext cx="2144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Acceso Usuario</a:t>
            </a:r>
          </a:p>
          <a:p>
            <a:r>
              <a:rPr lang="es-MX" sz="1400" dirty="0"/>
              <a:t>Conexión servidor</a:t>
            </a:r>
          </a:p>
        </p:txBody>
      </p:sp>
      <p:pic>
        <p:nvPicPr>
          <p:cNvPr id="45" name="Imagen 4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2DDBBF85-F6B9-0C25-870C-DCE9E3788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482" y="1277657"/>
            <a:ext cx="2127004" cy="5199344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87FF519B-E5ED-5779-5EF6-D76261268578}"/>
              </a:ext>
            </a:extLst>
          </p:cNvPr>
          <p:cNvSpPr txBox="1"/>
          <p:nvPr/>
        </p:nvSpPr>
        <p:spPr>
          <a:xfrm>
            <a:off x="5595257" y="598714"/>
            <a:ext cx="2144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Selección de Empresa</a:t>
            </a:r>
          </a:p>
        </p:txBody>
      </p:sp>
      <p:pic>
        <p:nvPicPr>
          <p:cNvPr id="43" name="Imagen 42" descr="Tabla&#10;&#10;El contenido generado por IA puede ser incorrecto.">
            <a:extLst>
              <a:ext uri="{FF2B5EF4-FFF2-40B4-BE49-F238E27FC236}">
                <a16:creationId xmlns:a16="http://schemas.microsoft.com/office/drawing/2014/main" id="{4155E2F3-0E8D-9BD2-D6FB-F10CF16985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27" y="1121934"/>
            <a:ext cx="2240303" cy="5476297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102F9549-DB0D-8F0C-283C-719F0B47DE95}"/>
              </a:ext>
            </a:extLst>
          </p:cNvPr>
          <p:cNvSpPr txBox="1"/>
          <p:nvPr/>
        </p:nvSpPr>
        <p:spPr>
          <a:xfrm>
            <a:off x="9111343" y="589316"/>
            <a:ext cx="2144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Selección de Sucursal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2D517F2-61E9-C576-AC20-38E53C18E6B3}"/>
              </a:ext>
            </a:extLst>
          </p:cNvPr>
          <p:cNvSpPr txBox="1"/>
          <p:nvPr/>
        </p:nvSpPr>
        <p:spPr>
          <a:xfrm>
            <a:off x="3151413" y="644881"/>
            <a:ext cx="2144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Acceso Usuario</a:t>
            </a:r>
          </a:p>
          <a:p>
            <a:r>
              <a:rPr lang="es-MX" sz="1400" dirty="0"/>
              <a:t>Conexión servidor</a:t>
            </a:r>
          </a:p>
        </p:txBody>
      </p:sp>
      <p:pic>
        <p:nvPicPr>
          <p:cNvPr id="26" name="Imagen 25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DBD20728-0C22-80CE-6D1F-4EFA309399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648" y="1277657"/>
            <a:ext cx="2240303" cy="547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98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A9241-1D74-7A1E-3E3A-3994E5510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1">
            <a:extLst>
              <a:ext uri="{FF2B5EF4-FFF2-40B4-BE49-F238E27FC236}">
                <a16:creationId xmlns:a16="http://schemas.microsoft.com/office/drawing/2014/main" id="{33756BF6-C21E-71F2-C577-2514D428F141}"/>
              </a:ext>
            </a:extLst>
          </p:cNvPr>
          <p:cNvSpPr txBox="1"/>
          <p:nvPr/>
        </p:nvSpPr>
        <p:spPr>
          <a:xfrm>
            <a:off x="3897086" y="76200"/>
            <a:ext cx="44196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b="1" dirty="0"/>
              <a:t>App Activo Fijo RFID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8A6FD16-E803-203C-A8B8-2154FB76C7B1}"/>
              </a:ext>
            </a:extLst>
          </p:cNvPr>
          <p:cNvSpPr txBox="1"/>
          <p:nvPr/>
        </p:nvSpPr>
        <p:spPr>
          <a:xfrm>
            <a:off x="413658" y="674914"/>
            <a:ext cx="2144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Confirma Acceso</a:t>
            </a:r>
          </a:p>
        </p:txBody>
      </p:sp>
      <p:pic>
        <p:nvPicPr>
          <p:cNvPr id="41" name="Imagen 40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F8C65E8-4F2A-06F7-233A-8D1B8E506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13" y="1463099"/>
            <a:ext cx="2028874" cy="4959471"/>
          </a:xfrm>
          <a:prstGeom prst="rect">
            <a:avLst/>
          </a:prstGeom>
        </p:spPr>
      </p:pic>
      <p:pic>
        <p:nvPicPr>
          <p:cNvPr id="39" name="Imagen 38" descr="Gráfico&#10;&#10;El contenido generado por IA puede ser incorrecto.">
            <a:extLst>
              <a:ext uri="{FF2B5EF4-FFF2-40B4-BE49-F238E27FC236}">
                <a16:creationId xmlns:a16="http://schemas.microsoft.com/office/drawing/2014/main" id="{9C80DA7E-BEA4-FE92-CFC6-752A1F615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085" y="1704530"/>
            <a:ext cx="2110698" cy="5159486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80820451-F027-6644-F91F-AA89CE4B8B19}"/>
              </a:ext>
            </a:extLst>
          </p:cNvPr>
          <p:cNvSpPr txBox="1"/>
          <p:nvPr/>
        </p:nvSpPr>
        <p:spPr>
          <a:xfrm>
            <a:off x="3178629" y="597977"/>
            <a:ext cx="21444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Inicio</a:t>
            </a:r>
          </a:p>
          <a:p>
            <a:r>
              <a:rPr lang="es-MX" sz="1400" dirty="0"/>
              <a:t>Resumen General (falta dato de Agregado y Traspaso)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2EF3373-45E8-31C4-241A-989D2833D0B4}"/>
              </a:ext>
            </a:extLst>
          </p:cNvPr>
          <p:cNvSpPr txBox="1"/>
          <p:nvPr/>
        </p:nvSpPr>
        <p:spPr>
          <a:xfrm>
            <a:off x="5809710" y="674914"/>
            <a:ext cx="2144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Selección de </a:t>
            </a:r>
            <a:r>
              <a:rPr lang="es-MX" sz="1400" dirty="0" err="1"/>
              <a:t>Area</a:t>
            </a:r>
            <a:r>
              <a:rPr lang="es-MX" sz="1400" dirty="0"/>
              <a:t> donde capturar</a:t>
            </a:r>
          </a:p>
        </p:txBody>
      </p:sp>
      <p:pic>
        <p:nvPicPr>
          <p:cNvPr id="37" name="Imagen 36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D20E8BD0-E743-8096-4685-516FF97F70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489" y="1649082"/>
            <a:ext cx="1876706" cy="4587504"/>
          </a:xfrm>
          <a:prstGeom prst="rect">
            <a:avLst/>
          </a:prstGeom>
        </p:spPr>
      </p:pic>
      <p:pic>
        <p:nvPicPr>
          <p:cNvPr id="35" name="Imagen 34" descr="Tabla&#10;&#10;El contenido generado por IA puede ser incorrecto.">
            <a:extLst>
              <a:ext uri="{FF2B5EF4-FFF2-40B4-BE49-F238E27FC236}">
                <a16:creationId xmlns:a16="http://schemas.microsoft.com/office/drawing/2014/main" id="{56618303-61CC-BF47-B26B-25D574B436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6571" y="1463099"/>
            <a:ext cx="1908338" cy="4664829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7FAA62CB-06CE-4471-F60D-960DA847B37C}"/>
              </a:ext>
            </a:extLst>
          </p:cNvPr>
          <p:cNvSpPr txBox="1"/>
          <p:nvPr/>
        </p:nvSpPr>
        <p:spPr>
          <a:xfrm>
            <a:off x="9268497" y="674914"/>
            <a:ext cx="21444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Activos por capturar, solo se muestran los que no se han capturado</a:t>
            </a:r>
          </a:p>
        </p:txBody>
      </p:sp>
    </p:spTree>
    <p:extLst>
      <p:ext uri="{BB962C8B-B14F-4D97-AF65-F5344CB8AC3E}">
        <p14:creationId xmlns:p14="http://schemas.microsoft.com/office/powerpoint/2010/main" val="2916291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07E54-F659-FA5D-CA4F-019F677B6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6E8FB7A-57C2-758A-12C1-6C565CB6E9EA}"/>
              </a:ext>
            </a:extLst>
          </p:cNvPr>
          <p:cNvSpPr txBox="1"/>
          <p:nvPr/>
        </p:nvSpPr>
        <p:spPr>
          <a:xfrm>
            <a:off x="3897086" y="76200"/>
            <a:ext cx="44196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b="1" dirty="0"/>
              <a:t>App Activo Fijo RFID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5DE6241-4A78-DB1C-0D60-A938F630FBDC}"/>
              </a:ext>
            </a:extLst>
          </p:cNvPr>
          <p:cNvSpPr txBox="1"/>
          <p:nvPr/>
        </p:nvSpPr>
        <p:spPr>
          <a:xfrm>
            <a:off x="413658" y="674914"/>
            <a:ext cx="2144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Se pueden filtrar por </a:t>
            </a:r>
            <a:r>
              <a:rPr lang="es-MX" sz="1400" dirty="0" err="1"/>
              <a:t>Categoria</a:t>
            </a:r>
            <a:endParaRPr lang="es-MX" sz="1400" dirty="0"/>
          </a:p>
        </p:txBody>
      </p:sp>
      <p:pic>
        <p:nvPicPr>
          <p:cNvPr id="33" name="Imagen 3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59A195A9-B3D9-2A96-7232-240F07B8C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98" y="1172314"/>
            <a:ext cx="1993945" cy="4874089"/>
          </a:xfrm>
          <a:prstGeom prst="rect">
            <a:avLst/>
          </a:prstGeom>
        </p:spPr>
      </p:pic>
      <p:pic>
        <p:nvPicPr>
          <p:cNvPr id="31" name="Imagen 30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3753D12E-60E7-E8D6-BA74-FADB0CD882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815" y="1781914"/>
            <a:ext cx="2045408" cy="4999886"/>
          </a:xfrm>
          <a:prstGeom prst="rect">
            <a:avLst/>
          </a:prstGeom>
        </p:spPr>
      </p:pic>
      <p:pic>
        <p:nvPicPr>
          <p:cNvPr id="29" name="Imagen 28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417D42BC-3A13-D683-180B-3FB2419FE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863" y="1697244"/>
            <a:ext cx="2080045" cy="5084556"/>
          </a:xfrm>
          <a:prstGeom prst="rect">
            <a:avLst/>
          </a:prstGeom>
        </p:spPr>
      </p:pic>
      <p:pic>
        <p:nvPicPr>
          <p:cNvPr id="27" name="Imagen 26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B55C1823-CD12-9C1D-2C40-081ADCA5F3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548" y="1697244"/>
            <a:ext cx="2080046" cy="5084556"/>
          </a:xfrm>
          <a:prstGeom prst="rect">
            <a:avLst/>
          </a:prstGeom>
        </p:spPr>
      </p:pic>
      <p:pic>
        <p:nvPicPr>
          <p:cNvPr id="25" name="Imagen 24" descr="Tabla&#10;&#10;El contenido generado por IA puede ser incorrecto.">
            <a:extLst>
              <a:ext uri="{FF2B5EF4-FFF2-40B4-BE49-F238E27FC236}">
                <a16:creationId xmlns:a16="http://schemas.microsoft.com/office/drawing/2014/main" id="{5445C42C-3485-36BD-AA41-F56363873F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5781" y="1109415"/>
            <a:ext cx="2142391" cy="523695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2FE845B-1091-6C30-2552-163728370575}"/>
              </a:ext>
            </a:extLst>
          </p:cNvPr>
          <p:cNvSpPr txBox="1"/>
          <p:nvPr/>
        </p:nvSpPr>
        <p:spPr>
          <a:xfrm>
            <a:off x="3304367" y="422978"/>
            <a:ext cx="61708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Al seleccionar o encontrar un Activo se muestra una pagina de edición donde </a:t>
            </a:r>
          </a:p>
          <a:p>
            <a:r>
              <a:rPr lang="es-MX" sz="1400" dirty="0"/>
              <a:t>Datos como serie, # de Activo, Tag, </a:t>
            </a:r>
            <a:r>
              <a:rPr lang="es-MX" sz="1400" dirty="0" err="1"/>
              <a:t>descripcion</a:t>
            </a:r>
            <a:r>
              <a:rPr lang="es-MX" sz="1400" dirty="0"/>
              <a:t> no modifico, Tengo opción de crear un nuevo tag, </a:t>
            </a:r>
            <a:r>
              <a:rPr lang="es-MX" sz="1400" dirty="0" err="1"/>
              <a:t>rfid</a:t>
            </a:r>
            <a:r>
              <a:rPr lang="es-MX" sz="1400" dirty="0"/>
              <a:t>, nueva serie,</a:t>
            </a:r>
          </a:p>
          <a:p>
            <a:r>
              <a:rPr lang="es-MX" sz="1400" dirty="0"/>
              <a:t>La Marca se </a:t>
            </a:r>
            <a:r>
              <a:rPr lang="es-MX" sz="1400" dirty="0" err="1"/>
              <a:t>preescribe</a:t>
            </a:r>
            <a:r>
              <a:rPr lang="es-MX" sz="1400" dirty="0"/>
              <a:t> de  textos que ya fueron escritos</a:t>
            </a:r>
          </a:p>
          <a:p>
            <a:r>
              <a:rPr lang="es-MX" sz="1400" dirty="0"/>
              <a:t>Opción para tomar 3 fotos y ACEPTAR, al confirmar el envío el Activo se refleja en el reporte WEB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2BCA3A2-94D7-F4E5-555C-6A680B2646E9}"/>
              </a:ext>
            </a:extLst>
          </p:cNvPr>
          <p:cNvSpPr txBox="1"/>
          <p:nvPr/>
        </p:nvSpPr>
        <p:spPr>
          <a:xfrm>
            <a:off x="9823687" y="250019"/>
            <a:ext cx="21444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En el menú puedo agregar activo nuevo e introducir todos sus datos</a:t>
            </a:r>
          </a:p>
        </p:txBody>
      </p:sp>
    </p:spTree>
    <p:extLst>
      <p:ext uri="{BB962C8B-B14F-4D97-AF65-F5344CB8AC3E}">
        <p14:creationId xmlns:p14="http://schemas.microsoft.com/office/powerpoint/2010/main" val="46262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ED291-167A-FA5B-AC59-15FE2E3D2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n 48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0516E8AF-29EB-77EB-4900-C585509F3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057" y="1175657"/>
            <a:ext cx="1988374" cy="4860471"/>
          </a:xfrm>
          <a:prstGeom prst="rect">
            <a:avLst/>
          </a:prstGeom>
        </p:spPr>
      </p:pic>
      <p:pic>
        <p:nvPicPr>
          <p:cNvPr id="51" name="Imagen 50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9223F49B-252F-ACF8-E682-472FBE1731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114" y="1328058"/>
            <a:ext cx="1900554" cy="4645800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:a16="http://schemas.microsoft.com/office/drawing/2014/main" id="{4634D42F-59B8-FCFA-8423-6C789DA38FE8}"/>
              </a:ext>
            </a:extLst>
          </p:cNvPr>
          <p:cNvSpPr txBox="1"/>
          <p:nvPr/>
        </p:nvSpPr>
        <p:spPr>
          <a:xfrm>
            <a:off x="3897086" y="76200"/>
            <a:ext cx="44196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b="1" dirty="0"/>
              <a:t>App Activo Fijo RFID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BEF29E3-A97E-11A5-A869-1197E60529E2}"/>
              </a:ext>
            </a:extLst>
          </p:cNvPr>
          <p:cNvSpPr txBox="1"/>
          <p:nvPr/>
        </p:nvSpPr>
        <p:spPr>
          <a:xfrm>
            <a:off x="1992087" y="548984"/>
            <a:ext cx="2144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Menú Buscar Activo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855B343-0529-D055-695A-35D3B4D9DC21}"/>
              </a:ext>
            </a:extLst>
          </p:cNvPr>
          <p:cNvSpPr txBox="1"/>
          <p:nvPr/>
        </p:nvSpPr>
        <p:spPr>
          <a:xfrm>
            <a:off x="7244443" y="548984"/>
            <a:ext cx="2144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Configuración RFID</a:t>
            </a:r>
          </a:p>
        </p:txBody>
      </p:sp>
    </p:spTree>
    <p:extLst>
      <p:ext uri="{BB962C8B-B14F-4D97-AF65-F5344CB8AC3E}">
        <p14:creationId xmlns:p14="http://schemas.microsoft.com/office/powerpoint/2010/main" val="3351678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DDBFC-994D-76D2-33CE-A0A5674D9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7B3A42C-F259-3E5F-F88D-7F9D2991B9D2}"/>
              </a:ext>
            </a:extLst>
          </p:cNvPr>
          <p:cNvSpPr txBox="1"/>
          <p:nvPr/>
        </p:nvSpPr>
        <p:spPr>
          <a:xfrm>
            <a:off x="3897086" y="76200"/>
            <a:ext cx="44196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b="1" dirty="0"/>
              <a:t>App Activo Fijo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B801221-41B9-4511-0EFB-7B1DC3441628}"/>
              </a:ext>
            </a:extLst>
          </p:cNvPr>
          <p:cNvSpPr txBox="1"/>
          <p:nvPr/>
        </p:nvSpPr>
        <p:spPr>
          <a:xfrm>
            <a:off x="468086" y="598714"/>
            <a:ext cx="2144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Acceso Usuario</a:t>
            </a:r>
          </a:p>
          <a:p>
            <a:r>
              <a:rPr lang="es-MX" sz="1400" dirty="0"/>
              <a:t>Conexión servidor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5BBA9AA-6DE0-3EAC-949E-1399F3D31A34}"/>
              </a:ext>
            </a:extLst>
          </p:cNvPr>
          <p:cNvSpPr txBox="1"/>
          <p:nvPr/>
        </p:nvSpPr>
        <p:spPr>
          <a:xfrm>
            <a:off x="5595257" y="598714"/>
            <a:ext cx="2144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Selección de Empresa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FD9B7A-CF7C-3B9E-ECE3-952165A4333C}"/>
              </a:ext>
            </a:extLst>
          </p:cNvPr>
          <p:cNvSpPr txBox="1"/>
          <p:nvPr/>
        </p:nvSpPr>
        <p:spPr>
          <a:xfrm>
            <a:off x="9111343" y="589316"/>
            <a:ext cx="2144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Selección de Sucursal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50DFEE-CE79-3382-BEDF-5FC5A802B361}"/>
              </a:ext>
            </a:extLst>
          </p:cNvPr>
          <p:cNvSpPr txBox="1"/>
          <p:nvPr/>
        </p:nvSpPr>
        <p:spPr>
          <a:xfrm>
            <a:off x="3151413" y="644881"/>
            <a:ext cx="2144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Acceso Usuario</a:t>
            </a:r>
          </a:p>
          <a:p>
            <a:r>
              <a:rPr lang="es-MX" sz="1400" dirty="0"/>
              <a:t>Conexión servidor</a:t>
            </a:r>
          </a:p>
        </p:txBody>
      </p:sp>
      <p:pic>
        <p:nvPicPr>
          <p:cNvPr id="19" name="Imagen 18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6C702BF-6D56-C34B-B6C6-88E989C23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227" y="1200000"/>
            <a:ext cx="1846515" cy="4513704"/>
          </a:xfrm>
          <a:prstGeom prst="rect">
            <a:avLst/>
          </a:prstGeom>
        </p:spPr>
      </p:pic>
      <p:pic>
        <p:nvPicPr>
          <p:cNvPr id="17" name="Imagen 16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35817ABD-6425-420D-867F-A5295FAD2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343" y="1121934"/>
            <a:ext cx="2086746" cy="5100936"/>
          </a:xfrm>
          <a:prstGeom prst="rect">
            <a:avLst/>
          </a:prstGeom>
        </p:spPr>
      </p:pic>
      <p:pic>
        <p:nvPicPr>
          <p:cNvPr id="7" name="Imagen 6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33E9AB56-9CBF-F470-4EE7-8CEE55B9C1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56" y="1142218"/>
            <a:ext cx="2240303" cy="5476297"/>
          </a:xfrm>
          <a:prstGeom prst="rect">
            <a:avLst/>
          </a:prstGeom>
        </p:spPr>
      </p:pic>
      <p:pic>
        <p:nvPicPr>
          <p:cNvPr id="8" name="Imagen 7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41242227-3D63-7BF1-80F2-89B119977C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648" y="1277657"/>
            <a:ext cx="2240303" cy="547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35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DEF54-5354-5CA6-19AB-30D406A35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1">
            <a:extLst>
              <a:ext uri="{FF2B5EF4-FFF2-40B4-BE49-F238E27FC236}">
                <a16:creationId xmlns:a16="http://schemas.microsoft.com/office/drawing/2014/main" id="{092C3A31-6587-2C7D-F395-0638CEA30F8F}"/>
              </a:ext>
            </a:extLst>
          </p:cNvPr>
          <p:cNvSpPr txBox="1"/>
          <p:nvPr/>
        </p:nvSpPr>
        <p:spPr>
          <a:xfrm>
            <a:off x="3897086" y="76200"/>
            <a:ext cx="44196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b="1" dirty="0"/>
              <a:t>App Activo Fijo 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0A419F6-CEE7-904A-F64B-670E118F1D4D}"/>
              </a:ext>
            </a:extLst>
          </p:cNvPr>
          <p:cNvSpPr txBox="1"/>
          <p:nvPr/>
        </p:nvSpPr>
        <p:spPr>
          <a:xfrm>
            <a:off x="648010" y="340789"/>
            <a:ext cx="21444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Inicio</a:t>
            </a:r>
          </a:p>
          <a:p>
            <a:r>
              <a:rPr lang="es-MX" sz="1400" dirty="0"/>
              <a:t>Resumen General (falta dato de Agregado y Traspaso)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9B15ACD-1435-8858-1C27-3EA1AB0AB1BF}"/>
              </a:ext>
            </a:extLst>
          </p:cNvPr>
          <p:cNvSpPr txBox="1"/>
          <p:nvPr/>
        </p:nvSpPr>
        <p:spPr>
          <a:xfrm>
            <a:off x="3537210" y="674914"/>
            <a:ext cx="2144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Selección de </a:t>
            </a:r>
            <a:r>
              <a:rPr lang="es-MX" sz="1400" dirty="0" err="1"/>
              <a:t>Area</a:t>
            </a:r>
            <a:r>
              <a:rPr lang="es-MX" sz="1400" dirty="0"/>
              <a:t> donde capturar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9ABCB59-A525-84A7-CB77-810DA18ACD25}"/>
              </a:ext>
            </a:extLst>
          </p:cNvPr>
          <p:cNvSpPr txBox="1"/>
          <p:nvPr/>
        </p:nvSpPr>
        <p:spPr>
          <a:xfrm>
            <a:off x="9268497" y="674914"/>
            <a:ext cx="21444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Activos por capturar, solo se muestran los que no se han capturado</a:t>
            </a:r>
          </a:p>
        </p:txBody>
      </p:sp>
      <p:pic>
        <p:nvPicPr>
          <p:cNvPr id="15" name="Imagen 1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DC80FA9-0B49-DC2A-4E9B-307AC93AD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055" y="1485107"/>
            <a:ext cx="2091588" cy="5112771"/>
          </a:xfrm>
          <a:prstGeom prst="rect">
            <a:avLst/>
          </a:prstGeom>
        </p:spPr>
      </p:pic>
      <p:pic>
        <p:nvPicPr>
          <p:cNvPr id="11" name="Imagen 10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441F4470-964D-92CB-5B5F-82F733858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497" y="1485107"/>
            <a:ext cx="1952393" cy="4772517"/>
          </a:xfrm>
          <a:prstGeom prst="rect">
            <a:avLst/>
          </a:prstGeom>
        </p:spPr>
      </p:pic>
      <p:pic>
        <p:nvPicPr>
          <p:cNvPr id="53" name="Imagen 5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7A2E80E7-0E92-8433-4D27-B9670648A8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10" y="1565776"/>
            <a:ext cx="2025587" cy="4951435"/>
          </a:xfrm>
          <a:prstGeom prst="rect">
            <a:avLst/>
          </a:prstGeom>
        </p:spPr>
      </p:pic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B6E3A02-F5C7-7648-630B-3D9697F038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276" y="1485106"/>
            <a:ext cx="2091588" cy="511277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6CB48FD-E228-2A02-7FD6-3977DCCED5BC}"/>
              </a:ext>
            </a:extLst>
          </p:cNvPr>
          <p:cNvSpPr txBox="1"/>
          <p:nvPr/>
        </p:nvSpPr>
        <p:spPr>
          <a:xfrm>
            <a:off x="6423827" y="674914"/>
            <a:ext cx="2144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Categorías de Activos por capturar</a:t>
            </a:r>
          </a:p>
        </p:txBody>
      </p:sp>
    </p:spTree>
    <p:extLst>
      <p:ext uri="{BB962C8B-B14F-4D97-AF65-F5344CB8AC3E}">
        <p14:creationId xmlns:p14="http://schemas.microsoft.com/office/powerpoint/2010/main" val="1741637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C0F6225-98DC-C331-5194-64EBDB6E9F31}"/>
              </a:ext>
            </a:extLst>
          </p:cNvPr>
          <p:cNvSpPr txBox="1"/>
          <p:nvPr/>
        </p:nvSpPr>
        <p:spPr>
          <a:xfrm>
            <a:off x="3897086" y="76200"/>
            <a:ext cx="44196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b="1" dirty="0"/>
              <a:t>App Activo Fijo RFID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A369E90-25DC-B7D6-5ED9-8661278E85EB}"/>
              </a:ext>
            </a:extLst>
          </p:cNvPr>
          <p:cNvSpPr txBox="1"/>
          <p:nvPr/>
        </p:nvSpPr>
        <p:spPr>
          <a:xfrm>
            <a:off x="1003516" y="422978"/>
            <a:ext cx="847171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Al seleccionar o encontrar un Activo se muestra una pagina de edición donde </a:t>
            </a:r>
          </a:p>
          <a:p>
            <a:r>
              <a:rPr lang="es-MX" sz="1400" dirty="0"/>
              <a:t>Datos como serie, # de Activo, Tag, </a:t>
            </a:r>
            <a:r>
              <a:rPr lang="es-MX" sz="1400" dirty="0" err="1"/>
              <a:t>descripcion</a:t>
            </a:r>
            <a:r>
              <a:rPr lang="es-MX" sz="1400" dirty="0"/>
              <a:t> no modifico, Tengo opción de crear un nuevo tag, </a:t>
            </a:r>
            <a:r>
              <a:rPr lang="es-MX" sz="1400" dirty="0" err="1"/>
              <a:t>rfid</a:t>
            </a:r>
            <a:r>
              <a:rPr lang="es-MX" sz="1400" dirty="0"/>
              <a:t>, nueva serie,</a:t>
            </a:r>
          </a:p>
          <a:p>
            <a:r>
              <a:rPr lang="es-MX" sz="1400" dirty="0"/>
              <a:t>La Marca se </a:t>
            </a:r>
            <a:r>
              <a:rPr lang="es-MX" sz="1400" dirty="0" err="1"/>
              <a:t>preescribe</a:t>
            </a:r>
            <a:r>
              <a:rPr lang="es-MX" sz="1400" dirty="0"/>
              <a:t> de  textos que ya fueron escritos</a:t>
            </a:r>
          </a:p>
          <a:p>
            <a:r>
              <a:rPr lang="es-MX" sz="1400" dirty="0"/>
              <a:t>Opción para tomar 3 fotos y ACEPTAR, al confirmar el envío el Activo se refleja en el reporte WEB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18A33DF-DE5A-37A5-2FA9-2C67075ACE19}"/>
              </a:ext>
            </a:extLst>
          </p:cNvPr>
          <p:cNvSpPr txBox="1"/>
          <p:nvPr/>
        </p:nvSpPr>
        <p:spPr>
          <a:xfrm>
            <a:off x="7244443" y="2951946"/>
            <a:ext cx="214448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En el menú puedo agregar activo nuevo Cuando Un TAG, o serie no se encuentran en el catalogo completo de la Empresa… e introducir todos sus datos</a:t>
            </a:r>
          </a:p>
        </p:txBody>
      </p:sp>
      <p:pic>
        <p:nvPicPr>
          <p:cNvPr id="9" name="Imagen 8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264B2BD7-279F-733D-145B-3DE3940E8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16" y="1807973"/>
            <a:ext cx="1952393" cy="477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6057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532</Words>
  <Application>Microsoft Office PowerPoint</Application>
  <PresentationFormat>Panorámica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Villegas</dc:creator>
  <cp:lastModifiedBy>Alan Villegas</cp:lastModifiedBy>
  <cp:revision>1</cp:revision>
  <dcterms:created xsi:type="dcterms:W3CDTF">2026-02-06T00:50:55Z</dcterms:created>
  <dcterms:modified xsi:type="dcterms:W3CDTF">2026-02-06T02:04:25Z</dcterms:modified>
</cp:coreProperties>
</file>